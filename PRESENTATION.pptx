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PawFinder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Community Pet Adoption &amp; Foster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Database Management Systems (DBMS) Term Project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Engine: PostgreSQL 15+ (Hosted on Supabase)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Application Layer: Next.js 16 + TypeScript + Tailwind CSS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Focus: 3NF/BCNF Relational Design, Constraints &amp; 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Problem Statement &amp; Objectives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Why a Relational DBMS for Pet Adoption?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Current Problem: Informal social media adoption leads to lost requests and untracked animals.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Referential Risks: Deleting a user or pet leaves orphaned application records without DBMS constraints.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Project Objectives: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Design a strictly normalized BCNF schema for pet listings and requests.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Enforce domain integrity with CHECK, UNIQUE, and ON DELETE CASCADE constraints.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Build an interactive full-stack prototype with persona-based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Three-Tier Client-Server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Tier 1: Presentation Tier (Next.js 16 App Router &amp; Tailwind CSS)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Catalog browser, species filter pills, and reactive modals.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Tier 2: Data Access Tier (@supabase/supabase-js with TypeScript)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Strongly typed database models with zero runtime SQL syntax mismatches.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Tier 3: Database Engine Tier (PostgreSQL on Supabase Cloud)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4 Relational tables, relational view, domain checks, and foreign key cascades.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Entity-Relationship (ER) Model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Core Entities &amp; Binary Cardinalities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USERS: Identity, email (UNIQUE), and geographic location.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SPECIES: Standard taxonomy categories (Dog, Cat, Bird, Rabbit).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PETS: Focal resource with breed, age (CHECK &gt;= 0), description, and status.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ADOPTION_REQUESTS: Transactional linking table between prospective adopters and pets.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Cardinalities: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USERS to PETS: 1 to Many (1 : N) with ON DELETE CASCADE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SPECIES to PETS: 1 to Many (1 : N) with ON DELETE CASCADE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USERS / PETS to REQUESTS: 1 to Many (1 : N) with ON DELETE CASCADE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Relational Schema Design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Tables, Keys, and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users (user_id [PK], full_name, email [UQ], city, created_at)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species (species_id [PK], species_name [UQ])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pets (pet_id [PK], owner_id [FK], species_id [FK], name, breed, age_months, description, status, created_at)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adoption_requests (request_id [PK], pet_id [FK], adopter_id [FK], status, requested_at, completed_at, preferred_date, home_description)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Normalization Analysis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From 1NF to Boyce-Codd Normal Form (BCNF)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1NF: Atomic values across all columns; no multi-valued attributes or repeating groups.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2NF: Every non-key attribute is fully functionally dependent on the single-attribute primary key.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3NF / BCNF: Factored SPECIES out of PETS: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If species was inside PETS, transitive dependency pet_id -&gt; species_name would exist.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By creating SPECIES (species_id, species_name), all FDs have superkeys on the left-hand side.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Result: Zero update anomalies and zero deletion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Database Integrity &amp; Constraints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Enforcing Business Rules at Engine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CHECK Constraints: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pets.status IN ('Available', 'Adopted', 'Pending')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adoption_requests.status IN ('Pending', 'Approved', 'Rejected', 'Completed')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pets.age_months &gt;= 0 (prevents negative ages)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UNIQUE Constraints: email UNIQUE NOT NULL, species_name UNIQUE NOT NULL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CASCADE Rules: Purging an owner automatically purges listings; purging a pet purges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Advanced SQL: Relational Views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Decoupling Client Queries from Complex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available_pets View: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Joins pets, species, and users relations seamlessly.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Exposes pet details alongside owner contact information and species taxonomy.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Eliminates join duplication and optimizes catalog retrieval for the web frontend.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Application Workflows &amp; Demo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Live Full-Stack Interactive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1. Persona Switcher: Switch active users in 1 click to test owner vs adopter roles.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2. Catalog &amp; Filter: Instant species filtering with live count badges.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3. Pet Listing Modal: Add new animals directly with database constraint validation.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4. Request &amp; Approval Board: Submit applications, approve/reject, and mark completed.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Conclusion &amp; Deliverables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Summary of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Academic Deliverables: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Comprehensive Project Report (DOCX &amp; PDF formatted).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Presentation Slides (PPTX &amp; DOCX Companion).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Complete PostgreSQL DDL (schema.sql) and Mock Data (seed.sql).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  ? Production-ready Next.js 16 Web Application live on GitHub.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</a:defRPr>
            </a:pPr>
            <a:r>
              <a:t>GitHub Repository: https://github.com/wasif-ai-eng/pawfinder-adoption-hub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